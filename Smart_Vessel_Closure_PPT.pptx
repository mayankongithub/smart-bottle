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13"/>
  </p:notesMasterIdLst>
  <p:handoutMasterIdLst>
    <p:handoutMasterId r:id="rId14"/>
  </p:handoutMasterIdLst>
  <p:sldIdLst>
    <p:sldId id="256" r:id="rId5"/>
    <p:sldId id="257" r:id="rId6"/>
    <p:sldId id="269" r:id="rId7"/>
    <p:sldId id="270" r:id="rId8"/>
    <p:sldId id="271" r:id="rId9"/>
    <p:sldId id="272" r:id="rId10"/>
    <p:sldId id="273" r:id="rId11"/>
    <p:sldId id="268" r:id="rId12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594" y="4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9BB95-9755-4BC6-8051-C2B8CF54F2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  <p:extLst>
      <p:ext uri="{BB962C8B-B14F-4D97-AF65-F5344CB8AC3E}">
        <p14:creationId xmlns:p14="http://schemas.microsoft.com/office/powerpoint/2010/main" val="4254874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 dirty="0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pic>
        <p:nvPicPr>
          <p:cNvPr id="2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pic>
          <p:nvPicPr>
            <p:cNvPr id="6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</p:grpSp>
      <p:pic>
        <p:nvPicPr>
          <p:cNvPr id="8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pic>
          <p:nvPicPr>
            <p:cNvPr id="12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</p:grpSp>
      <p:pic>
        <p:nvPicPr>
          <p:cNvPr id="14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/>
              </a:rPr>
              <a:t>Name</a:t>
            </a: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40631"/>
            <a:ext cx="9144000" cy="5377289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of 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CO-OP Project at Industry (Module-2) </a:t>
            </a: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(22CS421)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dirty="0"/>
              <a:t>Smart Vessel Closure with RGB Hydration Alerts</a:t>
            </a:r>
            <a:endParaRPr lang="en-US" sz="2400" i="1" spc="-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b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</a:b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Supervised By</a:t>
            </a:r>
          </a:p>
          <a:p>
            <a:pPr algn="ctr">
              <a:spcBef>
                <a:spcPts val="400"/>
              </a:spcBef>
            </a:pPr>
            <a:r>
              <a:rPr lang="en-IN" sz="2000" dirty="0"/>
              <a:t>Ashish Kumar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Department of </a:t>
            </a: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Computer Science and Engineering,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Chitkara University, Punjab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EF3F11-C1AC-4059-70D5-2227B21C9C65}"/>
              </a:ext>
            </a:extLst>
          </p:cNvPr>
          <p:cNvSpPr txBox="1"/>
          <p:nvPr/>
        </p:nvSpPr>
        <p:spPr>
          <a:xfrm>
            <a:off x="3077498" y="2606695"/>
            <a:ext cx="3333134" cy="1468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700"/>
              </a:spcBef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Lalit Kumar Yadav (2210991848)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700"/>
              </a:spcBef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Mayank Sharma (2210991909)</a:t>
            </a:r>
          </a:p>
          <a:p>
            <a:pPr>
              <a:lnSpc>
                <a:spcPct val="150000"/>
              </a:lnSpc>
              <a:spcBef>
                <a:spcPts val="700"/>
              </a:spcBef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Shivansh Garg (2210992321)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450000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450000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Many people forget to drink water in daily life.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leads to dehydration and health problems.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 solutions like apps are often ignored.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Normal water bottles do not give any reminder.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So, we need a smart and simple solution.</a:t>
            </a:r>
            <a:endParaRPr lang="en-US" sz="19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202" name="Image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0000" y="1050000"/>
            <a:ext cx="3900000" cy="2900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450DE7-96FF-E8FA-C101-5365DF7BB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9B3B20AA-A0D0-608C-104E-D15207B6FADA}"/>
              </a:ext>
            </a:extLst>
          </p:cNvPr>
          <p:cNvSpPr txBox="1"/>
          <p:nvPr/>
        </p:nvSpPr>
        <p:spPr>
          <a:xfrm>
            <a:off x="457200" y="0"/>
            <a:ext cx="450000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FBD2CE8A-B766-CE52-CED1-26A9CA6C1F4B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3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2FBEEC92-E52F-2E77-F394-9E3219175934}"/>
              </a:ext>
            </a:extLst>
          </p:cNvPr>
          <p:cNvSpPr txBox="1"/>
          <p:nvPr/>
        </p:nvSpPr>
        <p:spPr>
          <a:xfrm>
            <a:off x="164008" y="1109742"/>
            <a:ext cx="450000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People are busy and forget to drink water.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Thirst is not a reliable indicator.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Mobile notifications are ignored easily.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Bottles are passive and give no alerts.</a:t>
            </a: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203" name="Image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3303" y="3025534"/>
            <a:ext cx="4296457" cy="3194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94250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C76093-56EE-2250-D9F3-91A42ED14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C888A5C2-0C2A-CC7B-CC4A-7A41D1687FF9}"/>
              </a:ext>
            </a:extLst>
          </p:cNvPr>
          <p:cNvSpPr txBox="1"/>
          <p:nvPr/>
        </p:nvSpPr>
        <p:spPr>
          <a:xfrm>
            <a:off x="457200" y="0"/>
            <a:ext cx="450000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</a:t>
            </a: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E63F8CF3-0DF7-453D-0F4A-364A111E9616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4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6FD9B266-01A0-F49F-54DF-C2560272DCFA}"/>
              </a:ext>
            </a:extLst>
          </p:cNvPr>
          <p:cNvSpPr txBox="1"/>
          <p:nvPr/>
        </p:nvSpPr>
        <p:spPr>
          <a:xfrm>
            <a:off x="164008" y="1109742"/>
            <a:ext cx="450000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smart bottle cap with timer and LED alerts.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reminds users to drink water at regular intervals.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Uses RGB light for clear visual alerts.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Works without any mobile app.</a:t>
            </a: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204" name="Image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0000" y="1050000"/>
            <a:ext cx="3900000" cy="29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30069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51F842-D3FF-307F-B872-F7AC4B6EC7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Image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8567" y="2890684"/>
            <a:ext cx="4477807" cy="3329651"/>
          </a:xfrm>
          <a:prstGeom prst="rect">
            <a:avLst/>
          </a:prstGeom>
        </p:spPr>
      </p:pic>
      <p:sp>
        <p:nvSpPr>
          <p:cNvPr id="108" name="TextShape 1">
            <a:extLst>
              <a:ext uri="{FF2B5EF4-FFF2-40B4-BE49-F238E27FC236}">
                <a16:creationId xmlns:a16="http://schemas.microsoft.com/office/drawing/2014/main" id="{26CE5D77-8553-9285-9BD2-4FB1D1FD7ECE}"/>
              </a:ext>
            </a:extLst>
          </p:cNvPr>
          <p:cNvSpPr txBox="1"/>
          <p:nvPr/>
        </p:nvSpPr>
        <p:spPr>
          <a:xfrm>
            <a:off x="457200" y="0"/>
            <a:ext cx="450000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it works</a:t>
            </a: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164AF7C1-4CDC-D05E-C603-443DE1A4478F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5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C4A80691-7328-130E-827E-B9684D560041}"/>
              </a:ext>
            </a:extLst>
          </p:cNvPr>
          <p:cNvSpPr txBox="1"/>
          <p:nvPr/>
        </p:nvSpPr>
        <p:spPr>
          <a:xfrm>
            <a:off x="164008" y="1109742"/>
            <a:ext cx="450000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sets a time interval on the cap.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Timer starts counting.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When time ends, LED light starts blinking.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opens the cap to drink water.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detects action and resets automatically.</a:t>
            </a: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984799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54F6A8-F107-225A-49E1-B7F9C398B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814117DA-9B18-FBE5-1B09-4D262DAF1551}"/>
              </a:ext>
            </a:extLst>
          </p:cNvPr>
          <p:cNvSpPr txBox="1"/>
          <p:nvPr/>
        </p:nvSpPr>
        <p:spPr>
          <a:xfrm>
            <a:off x="457200" y="0"/>
            <a:ext cx="450000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Components Used</a:t>
            </a: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BBE0191B-2CD7-A1D2-C1AF-CC8959E86832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6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02459236-58E7-B094-16DB-B7416063BD8C}"/>
              </a:ext>
            </a:extLst>
          </p:cNvPr>
          <p:cNvSpPr txBox="1"/>
          <p:nvPr/>
        </p:nvSpPr>
        <p:spPr>
          <a:xfrm>
            <a:off x="164008" y="1109742"/>
            <a:ext cx="450000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Microcontroller (MCU)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Rechargeable battery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RGB LED ring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Timer circuit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Sensor (reed switch / gyro)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Button or touch input</a:t>
            </a: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206" name="Image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0000" y="1050000"/>
            <a:ext cx="3900000" cy="29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17856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D4B07C-5A15-1918-6204-8605A04F8C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67FEE29F-D0C3-26A2-283C-0CCDFE5CAF22}"/>
              </a:ext>
            </a:extLst>
          </p:cNvPr>
          <p:cNvSpPr txBox="1"/>
          <p:nvPr/>
        </p:nvSpPr>
        <p:spPr>
          <a:xfrm>
            <a:off x="457200" y="0"/>
            <a:ext cx="450000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9800F0AC-4BC6-9614-8CBB-D5A26954C16C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7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63917875-5695-3428-D4A9-F04436AFEAA9}"/>
              </a:ext>
            </a:extLst>
          </p:cNvPr>
          <p:cNvSpPr txBox="1"/>
          <p:nvPr/>
        </p:nvSpPr>
        <p:spPr>
          <a:xfrm>
            <a:off x="164008" y="1109742"/>
            <a:ext cx="450000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system solves dehydration problem effectively.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gives physical and visual reminders.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is simple, affordable, and practical.</a:t>
            </a:r>
          </a:p>
          <a:p>
            <a:pPr marL="457200" lvl="0" indent="-317500">
              <a:buClr>
                <a:srgbClr val="000000"/>
              </a:buClr>
              <a:buSzPts val="1400"/>
              <a:buChar char="●"/>
            </a:pPr>
            <a:r>
              <a:rPr lang="en-US" sz="19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 be used by all age groups.</a:t>
            </a: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1900" b="0" strike="noStrike" spc="-1" dirty="0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207" name="Image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4697" y="2798804"/>
            <a:ext cx="4500000" cy="3346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64805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35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8</a:t>
            </a:fld>
            <a:endParaRPr lang="en-GB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34479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A62A602-78C1-468C-BB25-57CD481DB741}">
  <ds:schemaRefs>
    <ds:schemaRef ds:uri="http://purl.org/dc/terms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34776</TotalTime>
  <Words>287</Words>
  <Application>Microsoft Office PowerPoint</Application>
  <PresentationFormat>On-screen Show (4:3)</PresentationFormat>
  <Paragraphs>108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Lalit Kumar Yadav</cp:lastModifiedBy>
  <cp:revision>2304</cp:revision>
  <dcterms:created xsi:type="dcterms:W3CDTF">2010-04-09T07:36:15Z</dcterms:created>
  <dcterms:modified xsi:type="dcterms:W3CDTF">2026-04-29T19:32:26Z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